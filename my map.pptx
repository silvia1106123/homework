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5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BFE2B2-BD51-16A5-F3F8-01DCACDEC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A402FD-8AE1-8BB0-0F3D-D8CFC015F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886509-8E60-F72C-A407-C2889226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CF27F4-90B4-792A-B480-090B18F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7B8C06-EF80-6E42-4059-DCC63025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09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92ABA-2BFE-2E51-D77B-CB57C479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CAE52-505D-BFA4-F532-7AAB2FED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1DA927-4C9B-0729-7EB7-C1CB6755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7651FE-AEBB-D471-6E3F-638424BC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E53263-F7EC-5B88-8FA6-8D989CB7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75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0A021-E7F4-6835-47BA-F54146B2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F97E9C-94E9-D206-FE32-35B5EB216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8C6537-9694-7064-E041-E96FF515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09D91A-78B6-E56A-D041-21F68A5F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C8532B-F272-747C-6807-A65852E3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59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95890-1E91-3E76-E190-9B10165A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0E8A39-3433-6874-DC0C-1F4DBAD8E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6055C19-41E6-8124-830C-2D5F628F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7A8675-3310-74BB-B39E-B653306A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A93CE9-4FE3-A0A4-ECAD-54D907B8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3F3B66-5893-D5D4-03BB-F8280110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34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FB3C7-AFC1-BAC1-CA08-026C0FE6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AFB183-4CCA-5E7D-5405-ADFEC947D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BB5F6B-5ED5-3BEE-6B39-9BB7576AC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1FD42C-07A9-8AEA-E458-864EB1B45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A673D7-ECAA-3712-9368-901E4B69A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612F507-5CEE-DDA7-3929-31807EFC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AB00AC3-45D5-AC70-A453-02769BBE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C3E752-91F5-369E-8525-5A008A95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652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B1FC83-6289-A6C0-0B43-922F0E8C9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3D3BFB-1DEF-10F5-8C44-0FA0EAA4B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A172D9-04A5-2F3D-FCFB-6F73FA2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0094D36-4D0C-CE40-9E33-5AAD036A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78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F7AC6F6-DB40-6416-4460-9CC5341A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956939-78D3-F66D-4B0A-052AFD94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6A3D89-DD32-E885-3214-7CD4886A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52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85553-24EE-04E9-A9DE-3CB2633E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663FA1-1A1E-6C71-95FA-01FBE322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E12F48-A5CA-C410-787F-FE79363D1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D8BB84-DB48-248A-4B87-7228D475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7131D2-104A-55C3-1930-A68200B1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B874A8-ACC6-099A-2160-8453745A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57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A08F4-0857-7745-F919-4172DB52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966CDF0-CCA9-DB94-CEB6-23FBD3582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243118-7976-711B-7BBE-709046472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B90D25-819E-B639-47A8-3210F9E6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25C52D-85DE-A730-796F-A82A525F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C3644B-A859-1A4E-BF60-D5BA2EC5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55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80E85B-128C-3359-9E99-D700EF93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5F9DB0A-AE2B-5554-E5AF-694D99976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88219B-EB4E-2B3E-5FAD-839DBFDD1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9F19DF-C3BE-3AAF-BB05-6325108A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93AA01-AE53-9D2C-9F6B-3860F55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45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CAB0F05-5871-85D0-C192-934932E69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E45FB7-F3C7-C81C-1687-713393AD5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37CC99-95D8-1E64-50B3-A82E0CB1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BDF29A-418F-0630-6353-D33D12BD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9CD7CF-A426-7B1E-726B-D795AB9B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00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8B98D94-A79F-2485-3209-7CA04FA5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0594BE-CA9E-5F23-7ECF-275760395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906327-7C3A-4D9E-00E3-733532D69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98DA-9340-45CE-AE5B-21888B04E39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8063E6-AA11-3C37-346C-DEAF03CD8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3D68CE-749A-0160-AEB7-4DA5C6436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8D091-75B0-4D19-930B-45FEFB89E1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7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3F281C0-7405-4551-141C-8A696B6E1E74}"/>
              </a:ext>
            </a:extLst>
          </p:cNvPr>
          <p:cNvSpPr txBox="1"/>
          <p:nvPr/>
        </p:nvSpPr>
        <p:spPr>
          <a:xfrm>
            <a:off x="3689993" y="2422039"/>
            <a:ext cx="5051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詹宜臻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Silvia</a:t>
            </a:r>
          </a:p>
          <a:p>
            <a:pPr algn="ctr"/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janney1106@gmail.com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580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E943-DEB6-DC13-F4FD-F230CA4E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77" y="277954"/>
            <a:ext cx="10515600" cy="1325563"/>
          </a:xfrm>
        </p:spPr>
        <p:txBody>
          <a:bodyPr/>
          <a:lstStyle/>
          <a:p>
            <a:r>
              <a:rPr lang="en-US" altLang="zh-TW" dirty="0"/>
              <a:t>MAP</a:t>
            </a:r>
            <a:endParaRPr lang="zh-TW" altLang="en-US" dirty="0"/>
          </a:p>
        </p:txBody>
      </p:sp>
      <p:pic>
        <p:nvPicPr>
          <p:cNvPr id="5" name="圖片 4" descr="明信片台灣地圖插畫- 旅遊台灣A - 尼森設計明信片">
            <a:extLst>
              <a:ext uri="{FF2B5EF4-FFF2-40B4-BE49-F238E27FC236}">
                <a16:creationId xmlns:a16="http://schemas.microsoft.com/office/drawing/2014/main" id="{186929A8-DAAE-D864-CF34-DE9B3061F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06" y="365125"/>
            <a:ext cx="4412594" cy="621492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A90EF7D-75A5-1DF0-9E73-932595D13591}"/>
              </a:ext>
            </a:extLst>
          </p:cNvPr>
          <p:cNvSpPr/>
          <p:nvPr/>
        </p:nvSpPr>
        <p:spPr>
          <a:xfrm>
            <a:off x="3978502" y="671513"/>
            <a:ext cx="1123950" cy="9429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 descr="國立臺北大學– 台灣海外聯合招生委員會">
            <a:extLst>
              <a:ext uri="{FF2B5EF4-FFF2-40B4-BE49-F238E27FC236}">
                <a16:creationId xmlns:a16="http://schemas.microsoft.com/office/drawing/2014/main" id="{48D5856A-7D64-8592-7228-47E375E43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82" y="365125"/>
            <a:ext cx="3872633" cy="258175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9914BA8-ACEF-1A40-5C91-D130E485554B}"/>
              </a:ext>
            </a:extLst>
          </p:cNvPr>
          <p:cNvSpPr txBox="1"/>
          <p:nvPr/>
        </p:nvSpPr>
        <p:spPr>
          <a:xfrm>
            <a:off x="7696854" y="3055835"/>
            <a:ext cx="1092820" cy="37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104~108</a:t>
            </a:r>
            <a:endParaRPr lang="zh-TW" altLang="en-US" dirty="0"/>
          </a:p>
        </p:txBody>
      </p:sp>
      <p:pic>
        <p:nvPicPr>
          <p:cNvPr id="4" name="圖片 3" descr="金融業行業別排名｜天下雜誌">
            <a:extLst>
              <a:ext uri="{FF2B5EF4-FFF2-40B4-BE49-F238E27FC236}">
                <a16:creationId xmlns:a16="http://schemas.microsoft.com/office/drawing/2014/main" id="{6A5D4015-1E41-CC9A-2C7F-862E7FC07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581" y="3537955"/>
            <a:ext cx="3872633" cy="259466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5A6C782-78F9-E12F-F3B2-104216B14896}"/>
              </a:ext>
            </a:extLst>
          </p:cNvPr>
          <p:cNvSpPr txBox="1"/>
          <p:nvPr/>
        </p:nvSpPr>
        <p:spPr>
          <a:xfrm>
            <a:off x="7852971" y="6241574"/>
            <a:ext cx="122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108~NOW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594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4E8E-4566-BE7D-55E3-DAB8705C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CD0FA-2404-F3CC-B662-844690BB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77" y="277954"/>
            <a:ext cx="10515600" cy="1325563"/>
          </a:xfrm>
        </p:spPr>
        <p:txBody>
          <a:bodyPr/>
          <a:lstStyle/>
          <a:p>
            <a:r>
              <a:rPr lang="en-US" altLang="zh-TW" dirty="0"/>
              <a:t>Food</a:t>
            </a:r>
            <a:endParaRPr lang="zh-TW" altLang="en-US" dirty="0"/>
          </a:p>
        </p:txBody>
      </p:sp>
      <p:pic>
        <p:nvPicPr>
          <p:cNvPr id="3" name="圖片 2" descr="自製傳統豆花 Homemade Traditional Douhua">
            <a:extLst>
              <a:ext uri="{FF2B5EF4-FFF2-40B4-BE49-F238E27FC236}">
                <a16:creationId xmlns:a16="http://schemas.microsoft.com/office/drawing/2014/main" id="{F9170979-9587-42F6-F319-EAE270D58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93" y="1431103"/>
            <a:ext cx="3432629" cy="51489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DC7F777-3044-ED9B-BB31-51DD2201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739" y="1431103"/>
            <a:ext cx="3457074" cy="2593439"/>
          </a:xfrm>
          <a:prstGeom prst="rect">
            <a:avLst/>
          </a:prstGeom>
        </p:spPr>
      </p:pic>
      <p:pic>
        <p:nvPicPr>
          <p:cNvPr id="9" name="圖片 8" descr="(超簡單+零失敗) 手撕雞肉飯 by 男人廚房1+1">
            <a:extLst>
              <a:ext uri="{FF2B5EF4-FFF2-40B4-BE49-F238E27FC236}">
                <a16:creationId xmlns:a16="http://schemas.microsoft.com/office/drawing/2014/main" id="{E3CAF113-E4C6-7BA4-2539-CA592069A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738" y="4274537"/>
            <a:ext cx="3457075" cy="230471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B7FD9D2-992D-558A-511B-8F8B97A2A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481" y="143416"/>
            <a:ext cx="3881126" cy="3881126"/>
          </a:xfrm>
          <a:prstGeom prst="rect">
            <a:avLst/>
          </a:prstGeom>
        </p:spPr>
      </p:pic>
      <p:pic>
        <p:nvPicPr>
          <p:cNvPr id="12" name="圖片 11" descr="愛吃古早味蛋糕老饕必吃，每日限量推出不同古早味蛋糕，現烤蛋糕 第一品牌，滿滿蛋香，蓬鬆度和香氣好誘人，綿密口感，好吃誘人，難怪成為竹科人下午茶團購美食名單。">
            <a:extLst>
              <a:ext uri="{FF2B5EF4-FFF2-40B4-BE49-F238E27FC236}">
                <a16:creationId xmlns:a16="http://schemas.microsoft.com/office/drawing/2014/main" id="{EC155A29-6EAF-5546-9E6E-40A3FC56A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529" y="4159080"/>
            <a:ext cx="3881126" cy="25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7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1BC1-0F51-8BD3-BA70-A1C278E5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BFE17-8ACC-DCF6-96D5-CC39B86D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77" y="277954"/>
            <a:ext cx="10515600" cy="1325563"/>
          </a:xfrm>
        </p:spPr>
        <p:txBody>
          <a:bodyPr/>
          <a:lstStyle/>
          <a:p>
            <a:r>
              <a:rPr lang="en-US" altLang="zh-TW" dirty="0"/>
              <a:t>Smile</a:t>
            </a:r>
            <a:endParaRPr lang="zh-TW" altLang="en-US" dirty="0"/>
          </a:p>
        </p:txBody>
      </p:sp>
      <p:pic>
        <p:nvPicPr>
          <p:cNvPr id="4" name="圖片 3" descr="台灣百岳一覽- 健行筆記">
            <a:extLst>
              <a:ext uri="{FF2B5EF4-FFF2-40B4-BE49-F238E27FC236}">
                <a16:creationId xmlns:a16="http://schemas.microsoft.com/office/drawing/2014/main" id="{D0559056-195B-1AA0-2D0C-432B1D41B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17" y="1580682"/>
            <a:ext cx="5934529" cy="3481590"/>
          </a:xfrm>
          <a:prstGeom prst="rect">
            <a:avLst/>
          </a:prstGeom>
        </p:spPr>
      </p:pic>
      <p:pic>
        <p:nvPicPr>
          <p:cNvPr id="7" name="圖片 6" descr="新手玩抱石必先學自保- 香港仔">
            <a:extLst>
              <a:ext uri="{FF2B5EF4-FFF2-40B4-BE49-F238E27FC236}">
                <a16:creationId xmlns:a16="http://schemas.microsoft.com/office/drawing/2014/main" id="{583A8DC1-BEE9-3F9F-715C-CCD9E01B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30" y="3396863"/>
            <a:ext cx="3838303" cy="2877712"/>
          </a:xfrm>
          <a:prstGeom prst="rect">
            <a:avLst/>
          </a:prstGeom>
        </p:spPr>
      </p:pic>
      <p:pic>
        <p:nvPicPr>
          <p:cNvPr id="10" name="圖片 9" descr="每天至少散步一次！走路的6個好處，讓身體與內心品質都變好| 50+">
            <a:extLst>
              <a:ext uri="{FF2B5EF4-FFF2-40B4-BE49-F238E27FC236}">
                <a16:creationId xmlns:a16="http://schemas.microsoft.com/office/drawing/2014/main" id="{538ADE3D-BD53-87C7-9331-A4CC02D25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59" y="583425"/>
            <a:ext cx="3654914" cy="243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Office PowerPoint</Application>
  <PresentationFormat>寬螢幕</PresentationFormat>
  <Paragraphs>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MAP</vt:lpstr>
      <vt:lpstr>Food</vt:lpstr>
      <vt:lpstr>Smile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宜臻 詹</dc:creator>
  <cp:lastModifiedBy>宜臻 詹</cp:lastModifiedBy>
  <cp:revision>2</cp:revision>
  <dcterms:created xsi:type="dcterms:W3CDTF">2026-09-28T14:49:32Z</dcterms:created>
  <dcterms:modified xsi:type="dcterms:W3CDTF">2026-09-29T15:26:47Z</dcterms:modified>
</cp:coreProperties>
</file>